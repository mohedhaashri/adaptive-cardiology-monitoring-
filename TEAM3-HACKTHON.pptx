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7" r:id="rId8"/>
    <p:sldId id="268" r:id="rId9"/>
    <p:sldId id="261" r:id="rId10"/>
    <p:sldId id="262" r:id="rId11"/>
    <p:sldId id="266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057D7-A7E7-4FDC-A86B-E04E2E8A8EA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7037E-1819-4BC3-889E-D553415F5B6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MohedhaaShri/Adaptive-cardiology-monitoring-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9347"/>
            <a:ext cx="9144000" cy="84408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8308"/>
            <a:ext cx="9144000" cy="359517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PERSONALIZED CARDIOLOGY CARE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MOHEDHAA SHRI-9923005209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ASMITHA SHREE-9923005258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5" y="103956"/>
            <a:ext cx="2258961" cy="2258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3098"/>
            <a:ext cx="9144000" cy="64744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61650"/>
            <a:ext cx="9144000" cy="411725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lack access to: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vital heart parameters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 alerts during abnormal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interactive dashboards for understanding heart health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that interpret data like cholesterol, chest pain type, blood pressure, and heart 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user-friendly system that monitors, visualizes, and alerts heart abnormalities in real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8173"/>
            <a:ext cx="9144000" cy="9915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400777"/>
            <a:ext cx="9547225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real-time heart monitoring dashboard using Python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heart parameters like cholesterol, BP, chest pain, heart rate, FBS, ECG type.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visual alerts for abnormal values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easy interpretation through graphs, blinking indicators, and colors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5447"/>
            <a:ext cx="9144000" cy="114888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61652"/>
            <a:ext cx="9144000" cy="3596148"/>
          </a:xfrm>
        </p:spPr>
        <p:txBody>
          <a:bodyPr/>
          <a:lstStyle/>
          <a:p>
            <a:pPr algn="l">
              <a:lnSpc>
                <a:spcPct val="150000"/>
              </a:lnSpc>
              <a:buFont typeface="Wingdings" panose="05000000000000000000" charset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health data from heart.csv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Provides real-time line graphs (Matplotlib)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Offers health alerts using colors, text, sound, and icons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Simple UI that runs on cloud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/Colab/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CodeSpaces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Parameter Display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pressure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Fasting blood sugar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ECG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heart 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vs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vs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 trend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BP alert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cholesterol alert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High/low heart rate alarm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sound alert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/beep)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11-14 213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11-14 213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" y="0"/>
            <a:ext cx="120808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2930"/>
            <a:ext cx="9144000" cy="12177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20644"/>
            <a:ext cx="9144000" cy="452284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analysis easy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and User-friendly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interpretation becomes simple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 hardware required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 animation improves user engagement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deploy on cloud and offline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early detection of abnormal cardiac patterns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7503"/>
            <a:ext cx="9144000" cy="10309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07458"/>
            <a:ext cx="9144000" cy="3350342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wearable sensors (Smartwatch, ECG patch)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analysis for face color/oxygen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risk prediction using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ML models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for remote doctor monitoring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 of the dashboard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Alerts (“Warning: High Cholesterol”)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5677" y="247292"/>
            <a:ext cx="9144000" cy="98174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71484"/>
            <a:ext cx="9144000" cy="35863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.com/MohedhaaShri/Adaptive-cardiology-monitoring-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demonstrates a digital heart monitoring dashboard that uses: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alerts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Graphical health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2134</Words>
  <Application>WPS Presentation</Application>
  <PresentationFormat>Widescreen</PresentationFormat>
  <Paragraphs>86</Paragraphs>
  <Slides>11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Wingdings</vt:lpstr>
      <vt:lpstr>Office Theme</vt:lpstr>
      <vt:lpstr>HACKTHON</vt:lpstr>
      <vt:lpstr>Problem Statement</vt:lpstr>
      <vt:lpstr>Objectives</vt:lpstr>
      <vt:lpstr>Proposed Solution</vt:lpstr>
      <vt:lpstr>Dashboard Features</vt:lpstr>
      <vt:lpstr>PowerPoint 演示文稿</vt:lpstr>
      <vt:lpstr>PowerPoint 演示文稿</vt:lpstr>
      <vt:lpstr>Advantages</vt:lpstr>
      <vt:lpstr>Future Enhancements</vt:lpstr>
      <vt:lpstr>Github link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Mohedhaa Shri K</dc:creator>
  <cp:lastModifiedBy>MOHEDHAA SHRI K 2023-ECE</cp:lastModifiedBy>
  <cp:revision>10</cp:revision>
  <dcterms:created xsi:type="dcterms:W3CDTF">2025-11-06T09:27:00Z</dcterms:created>
  <dcterms:modified xsi:type="dcterms:W3CDTF">2025-11-14T16:06:31Z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2FDF58B2FD694191AE5334DA4AA51889_12</vt:lpwstr>
  </property>
  <property fmtid="{D5CDD505-2E9C-101B-9397-08002B2CF9AE}" pid="3" name="KSOProductBuildVer">
    <vt:lpwstr>1033-12.2.0.23155</vt:lpwstr>
  </property>
</Properties>
</file>